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用 OpenClaw 让企业跟上 AI 浪潮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如何用 AI 实现短视频内容增量，解决获客难题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这不是未来，这是现在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OpenClaw：AI 内容生产工具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输入主题，10秒生成完整脚本</a:t>
            </a:r>
          </a:p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开头钩子、核心内容、结尾金句</a:t>
            </a:r>
          </a:p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拍摄建议、BGM推荐、封面设计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AI 从搞钱开始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老板们想获客，但想到每天要生产内容，就一个头两个大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今天想选题，明天写文案，后天拍视频</a:t>
            </a:r>
          </a:p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一条内容折腾两三天，发出去还没人看</a:t>
            </a:r>
          </a:p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找人做，文案不像你，视频没灵魂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内容获客的最大瓶颈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不是创意，是流程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SOP：什么选题能获客，写成标准流程</a:t>
            </a:r>
          </a:p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授权：团队做选题初稿，你只审脚本和出镜</a:t>
            </a:r>
          </a:p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AI 化：用 OpenClaw 自动生成脚本，10秒出稿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SOP → 授权 → AI 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你省下的时间，只做一件事：出镜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梳理 SOP：目标客户画像、高转化选题、标准脚本结构</a:t>
            </a:r>
          </a:p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明确授权：团队负责执行，你负责审核和出镜</a:t>
            </a:r>
          </a:p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AI 化落地：OpenClaw 生成脚本，团队微调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真实案例：企业服务老板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从坚持不下来到持续产出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之前：3个月8条，粉丝200，咨询0</a:t>
            </a:r>
          </a:p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之后：每周5条，粉丝8000，每月20+咨询</a:t>
            </a:r>
          </a:p>
          <a:p>
            <a:pPr>
              <a:spcAft>
                <a:spcPts val="1600"/>
              </a:spcAft>
              <a:defRPr sz="2000">
                <a:solidFill>
                  <a:srgbClr val="36454F"/>
                </a:solidFill>
              </a:defRPr>
            </a:pPr>
            <a:r>
              <a:t>• 每天只花30分钟在内容上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D4AF37"/>
                </a:solidFill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会用 AI 的老板，淘汰不会用的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ADCFC"/>
                </a:solidFill>
              </a:defRPr>
            </a:pPr>
            <a:r>
              <a:t>这个时代，获客的方式变了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欢迎来找我聊聊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ADCFC"/>
                </a:solidFill>
              </a:defRPr>
            </a:pPr>
            <a:r>
              <a:t>不是推销，只是聊聊。也许30分钟，能让你少走3个月的弯路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