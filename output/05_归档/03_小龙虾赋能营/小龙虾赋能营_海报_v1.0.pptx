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雨后甘霖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36576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阿徐商业教练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8229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小龙虾赋能营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51560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4小时，让AI成为你的数字员工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291840"/>
            <a:ext cx="3657600" cy="38100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105156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省下2个员工年薪 · 掌握3大AI工具 · 带走50个即用模板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206240"/>
            <a:ext cx="3200400" cy="1645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4206240"/>
            <a:ext cx="3200400" cy="54864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343400"/>
            <a:ext cx="283464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时间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663440"/>
            <a:ext cx="283464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2026.4.19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120640"/>
            <a:ext cx="283464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周六 14:00-18:00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4206240"/>
            <a:ext cx="3200400" cy="1645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6240" y="4206240"/>
            <a:ext cx="3200400" cy="54864"/>
          </a:xfrm>
          <a:prstGeom prst="rect">
            <a:avLst/>
          </a:prstGeom>
          <a:solidFill>
            <a:srgbClr val="007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4343400"/>
            <a:ext cx="283464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地点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663440"/>
            <a:ext cx="283464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柳州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5120640"/>
            <a:ext cx="283464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具体地址报名后通知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0" y="4206240"/>
            <a:ext cx="3657600" cy="16459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4343400"/>
            <a:ext cx="329184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AAAAA"/>
                </a:solidFill>
                <a:latin typeface="Arial"/>
              </a:defRPr>
            </a:pPr>
            <a:r>
              <a:rPr>
                <a:ea typeface="KaiTi"/>
              </a:rPr>
              <a:t>价格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4617720"/>
            <a:ext cx="329184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单人 ¥498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074920"/>
            <a:ext cx="329184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46A00"/>
                </a:solidFill>
                <a:latin typeface="Arial"/>
              </a:defRPr>
            </a:pPr>
            <a:r>
              <a:rPr>
                <a:ea typeface="KaiTi"/>
              </a:rPr>
              <a:t>双人 ¥798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0" y="5532120"/>
            <a:ext cx="1554480" cy="274320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0" y="5532120"/>
            <a:ext cx="1554480" cy="274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限30人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6126480"/>
            <a:ext cx="106984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扫码报名 · 先到先得 · 满员即止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